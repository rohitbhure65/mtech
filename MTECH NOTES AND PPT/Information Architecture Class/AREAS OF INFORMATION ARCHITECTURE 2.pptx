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1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6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8CEFD-D537-4CF3-8039-BF03C880EBCE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317312-A632-4392-B7D1-DE024182DCF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7D239-3AA2-40D5-A647-3F148963E194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B5F2-CC42-48FD-B8B0-EC4C93B52D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7D239-3AA2-40D5-A647-3F148963E194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B5F2-CC42-48FD-B8B0-EC4C93B52D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7D239-3AA2-40D5-A647-3F148963E194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B5F2-CC42-48FD-B8B0-EC4C93B52D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7D239-3AA2-40D5-A647-3F148963E194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B5F2-CC42-48FD-B8B0-EC4C93B52D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7D239-3AA2-40D5-A647-3F148963E194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B5F2-CC42-48FD-B8B0-EC4C93B52D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7D239-3AA2-40D5-A647-3F148963E194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B5F2-CC42-48FD-B8B0-EC4C93B52D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7D239-3AA2-40D5-A647-3F148963E194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B5F2-CC42-48FD-B8B0-EC4C93B52D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7D239-3AA2-40D5-A647-3F148963E194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B5F2-CC42-48FD-B8B0-EC4C93B52D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7D239-3AA2-40D5-A647-3F148963E194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B5F2-CC42-48FD-B8B0-EC4C93B52D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7D239-3AA2-40D5-A647-3F148963E194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B5F2-CC42-48FD-B8B0-EC4C93B52D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7D239-3AA2-40D5-A647-3F148963E194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EB5F2-CC42-48FD-B8B0-EC4C93B52D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7D239-3AA2-40D5-A647-3F148963E194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EB5F2-CC42-48FD-B8B0-EC4C93B52DD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80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AREAS OF INFORMATION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 applies to various aspects of software systems development</a:t>
            </a:r>
          </a:p>
          <a:p>
            <a:r>
              <a:rPr lang="en-US" dirty="0"/>
              <a:t>Classification of an architecture </a:t>
            </a:r>
          </a:p>
          <a:p>
            <a:pPr>
              <a:buNone/>
            </a:pPr>
            <a:r>
              <a:rPr lang="en-US" dirty="0"/>
              <a:t>    -from its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None/>
            </a:pPr>
            <a:r>
              <a:rPr lang="en-US" dirty="0"/>
              <a:t>Application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>
              <a:buNone/>
            </a:pPr>
            <a:r>
              <a:rPr lang="en-US" dirty="0"/>
              <a:t>Business</a:t>
            </a:r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endParaRPr lang="en-US" dirty="0"/>
          </a:p>
          <a:p>
            <a:pPr lvl="0"/>
            <a:endParaRPr lang="en-US" dirty="0"/>
          </a:p>
        </p:txBody>
      </p:sp>
      <p:pic>
        <p:nvPicPr>
          <p:cNvPr id="1027" name="Picture 3" descr="C:\Users\lenovo\Desktop\rexconnect-diagram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1219200"/>
            <a:ext cx="4876800" cy="2514600"/>
          </a:xfrm>
          <a:prstGeom prst="rect">
            <a:avLst/>
          </a:prstGeom>
          <a:noFill/>
        </p:spPr>
      </p:pic>
      <p:pic>
        <p:nvPicPr>
          <p:cNvPr id="1028" name="Picture 4" descr="C:\Users\lenovo\Desktop\BusinessIntelligenc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4114800"/>
            <a:ext cx="4876800" cy="2514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rPr lang="en-US" dirty="0"/>
              <a:t>Enterprise</a:t>
            </a:r>
          </a:p>
          <a:p>
            <a:pPr lvl="0"/>
            <a:endParaRPr lang="en-US" dirty="0"/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endParaRPr lang="en-US" dirty="0"/>
          </a:p>
          <a:p>
            <a:pPr lvl="0">
              <a:buNone/>
            </a:pPr>
            <a:r>
              <a:rPr lang="en-US" dirty="0"/>
              <a:t>Hardware</a:t>
            </a:r>
          </a:p>
          <a:p>
            <a:pPr lvl="0">
              <a:buNone/>
            </a:pPr>
            <a:endParaRPr lang="en-US" dirty="0"/>
          </a:p>
        </p:txBody>
      </p:sp>
      <p:pic>
        <p:nvPicPr>
          <p:cNvPr id="2050" name="Picture 2" descr="C:\Users\lenovo\Desktop\enterprisemobility_graph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67200" y="381000"/>
            <a:ext cx="4648200" cy="2667000"/>
          </a:xfrm>
          <a:prstGeom prst="rect">
            <a:avLst/>
          </a:prstGeom>
          <a:noFill/>
        </p:spPr>
      </p:pic>
      <p:pic>
        <p:nvPicPr>
          <p:cNvPr id="2051" name="Picture 3" descr="C:\Users\lenovo\Desktop\hardware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91000" y="3581400"/>
            <a:ext cx="4638675" cy="2895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3074" name="Picture 2" descr="C:\Users\lenovo\Desktop\1106_mz_infrastructur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59910" y="304800"/>
            <a:ext cx="4041140" cy="3276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075" name="Picture 3" descr="C:\Users\lenovo\Desktop\image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0025" y="3429000"/>
            <a:ext cx="3865775" cy="28956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609600" y="1066800"/>
            <a:ext cx="350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4343400"/>
            <a:ext cx="350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Network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lenovo\Desktop\edgeos-platform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28600"/>
            <a:ext cx="3886200" cy="3657600"/>
          </a:xfrm>
          <a:prstGeom prst="rect">
            <a:avLst/>
          </a:prstGeom>
          <a:noFill/>
        </p:spPr>
      </p:pic>
      <p:pic>
        <p:nvPicPr>
          <p:cNvPr id="4099" name="Picture 3" descr="C:\Users\lenovo\Desktop\Performance-icon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0" y="2895600"/>
            <a:ext cx="3895725" cy="3719512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4953000" y="609600"/>
            <a:ext cx="388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19800"/>
            <a:ext cx="388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Performance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lenovo\Desktop\information-security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5200" y="152400"/>
            <a:ext cx="5486400" cy="33528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pic>
        <p:nvPicPr>
          <p:cNvPr id="5123" name="Picture 3" descr="C:\Users\lenovo\Desktop\Solution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3657600"/>
            <a:ext cx="4038600" cy="30480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600200" y="152400"/>
            <a:ext cx="335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0" y="5943600"/>
            <a:ext cx="335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2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lenovo\Desktop\pencil-hom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474" y="228600"/>
            <a:ext cx="4491385" cy="3810000"/>
          </a:xfrm>
          <a:prstGeom prst="rect">
            <a:avLst/>
          </a:prstGeom>
          <a:noFill/>
        </p:spPr>
      </p:pic>
      <p:pic>
        <p:nvPicPr>
          <p:cNvPr id="6147" name="Picture 3" descr="C:\Users\lenovo\Desktop\090128_solar_system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5200" y="3276600"/>
            <a:ext cx="5448300" cy="30289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6" name="TextBox 5"/>
          <p:cNvSpPr txBox="1"/>
          <p:nvPr/>
        </p:nvSpPr>
        <p:spPr>
          <a:xfrm>
            <a:off x="4876800" y="685800"/>
            <a:ext cx="388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019800"/>
            <a:ext cx="388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lenovo\Desktop\Slider_Technical_Doc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43400" y="228600"/>
            <a:ext cx="4597400" cy="32818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171" name="Picture 3" descr="C:\Users\lenovo\Desktop\Slow-Down-Technology-Youre-Moving-too-Fas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2895600"/>
            <a:ext cx="2857500" cy="38100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838200" y="762000"/>
            <a:ext cx="3581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1400" y="6096000"/>
            <a:ext cx="3581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Technology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lenovo\Desktop\domain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228600"/>
            <a:ext cx="4495800" cy="32004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5410200" y="381000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6096000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Data</a:t>
            </a:r>
          </a:p>
        </p:txBody>
      </p:sp>
      <p:pic>
        <p:nvPicPr>
          <p:cNvPr id="8195" name="Picture 3" descr="C:\Users\lenovo\Desktop\Global Data.jpg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2971800" y="3276600"/>
            <a:ext cx="5715000" cy="340995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 descr="C:\Users\lenovo\Desktop\inf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91200" y="0"/>
            <a:ext cx="3200400" cy="48006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                                               </a:t>
            </a:r>
          </a:p>
          <a:p>
            <a:pPr>
              <a:buNone/>
            </a:pPr>
            <a:r>
              <a:rPr lang="en-US" dirty="0"/>
              <a:t>  </a:t>
            </a:r>
            <a:r>
              <a:rPr lang="en-US" sz="3600" dirty="0"/>
              <a:t>Information</a:t>
            </a:r>
          </a:p>
        </p:txBody>
      </p:sp>
      <p:pic>
        <p:nvPicPr>
          <p:cNvPr id="9218" name="Picture 2" descr="C:\Users\lenovo\Desktop\16448-Blue-Person-Carrying-A-Lot-Of-Information-Clipart-Illustration-Graphic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981200"/>
            <a:ext cx="2971800" cy="48768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609600" y="6488668"/>
            <a:ext cx="2209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181600" y="3276600"/>
            <a:ext cx="2514600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C:\Users\lenovo\Desktop\thinkingman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52400"/>
            <a:ext cx="8686800" cy="6477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4800" b="1" i="1" dirty="0"/>
          </a:p>
          <a:p>
            <a:pPr>
              <a:buNone/>
            </a:pPr>
            <a:r>
              <a:rPr lang="en-US" sz="4800" b="1" i="1" dirty="0">
                <a:solidFill>
                  <a:srgbClr val="CC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INFORMATION </a:t>
            </a:r>
          </a:p>
          <a:p>
            <a:pPr>
              <a:buNone/>
            </a:pPr>
            <a:r>
              <a:rPr lang="en-US" sz="4800" b="1" i="1" dirty="0">
                <a:solidFill>
                  <a:srgbClr val="CC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ARCHITECTURE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Which solves and results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Don’t make me think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11266" name="Picture 2" descr="C:\Users\lenovo\Desktop\stock-illustration-11240632-thinking-ma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2590800"/>
            <a:ext cx="3475037" cy="34750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dirty="0"/>
              <a:t>                                                  HAPPY!!!!!!!!!!!!!!!</a:t>
            </a:r>
          </a:p>
        </p:txBody>
      </p:sp>
      <p:pic>
        <p:nvPicPr>
          <p:cNvPr id="4" name="Picture 3" descr="C:\Users\lenovo\Desktop\0511-0710-1112-0653.jp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228600"/>
            <a:ext cx="4419600" cy="4114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OVERLAPPING ARCHITECTURES</a:t>
            </a:r>
          </a:p>
        </p:txBody>
      </p:sp>
      <p:pic>
        <p:nvPicPr>
          <p:cNvPr id="12290" name="Picture 2" descr="C:\Users\lenovo\Desktop\overlap_t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1981200"/>
            <a:ext cx="6300788" cy="43672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ENTERPRISE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Enterprise Architecture is concerned with</a:t>
            </a:r>
          </a:p>
          <a:p>
            <a:pPr algn="just">
              <a:buNone/>
            </a:pPr>
            <a:r>
              <a:rPr lang="en-US" dirty="0"/>
              <a:t>mapping the business processes and needs to</a:t>
            </a:r>
          </a:p>
          <a:p>
            <a:pPr algn="just">
              <a:buNone/>
            </a:pPr>
            <a:r>
              <a:rPr lang="en-US" dirty="0"/>
              <a:t>the technical capabilities of the organization,</a:t>
            </a:r>
          </a:p>
          <a:p>
            <a:pPr algn="just">
              <a:buNone/>
            </a:pPr>
            <a:r>
              <a:rPr lang="en-US" dirty="0"/>
              <a:t>including personnel, strategy, distribution and</a:t>
            </a:r>
          </a:p>
          <a:p>
            <a:pPr algn="just">
              <a:buNone/>
            </a:pPr>
            <a:r>
              <a:rPr lang="en-US" dirty="0"/>
              <a:t>how the business changing needs will be met.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"System architecture" refers to the way in which</a:t>
            </a:r>
          </a:p>
          <a:p>
            <a:pPr algn="just">
              <a:buNone/>
            </a:pPr>
            <a:r>
              <a:rPr lang="en-US" dirty="0"/>
              <a:t>desired functionality is met by hardware and</a:t>
            </a:r>
          </a:p>
          <a:p>
            <a:pPr algn="just">
              <a:buNone/>
            </a:pPr>
            <a:r>
              <a:rPr lang="en-US" dirty="0"/>
              <a:t>software components as well as how these</a:t>
            </a:r>
          </a:p>
          <a:p>
            <a:pPr algn="just">
              <a:buNone/>
            </a:pPr>
            <a:r>
              <a:rPr lang="en-US" dirty="0"/>
              <a:t>components relate to each other and the</a:t>
            </a:r>
          </a:p>
          <a:p>
            <a:pPr algn="just">
              <a:buNone/>
            </a:pPr>
            <a:r>
              <a:rPr lang="en-US" dirty="0"/>
              <a:t>intended users of the system.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"Application architecture" is really a subset of</a:t>
            </a:r>
          </a:p>
          <a:p>
            <a:pPr>
              <a:buNone/>
            </a:pPr>
            <a:r>
              <a:rPr lang="en-US" dirty="0"/>
              <a:t>the system architecture. The scope of the</a:t>
            </a:r>
          </a:p>
          <a:p>
            <a:pPr>
              <a:buNone/>
            </a:pPr>
            <a:r>
              <a:rPr lang="en-US" dirty="0"/>
              <a:t>application architecture, as opposed to the</a:t>
            </a:r>
          </a:p>
          <a:p>
            <a:pPr>
              <a:buNone/>
            </a:pPr>
            <a:r>
              <a:rPr lang="en-US" dirty="0"/>
              <a:t>system architecture, is often determined by</a:t>
            </a:r>
          </a:p>
          <a:p>
            <a:pPr>
              <a:buNone/>
            </a:pPr>
            <a:r>
              <a:rPr lang="en-US" dirty="0"/>
              <a:t>business function.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dirty="0"/>
              <a:t>                                                  </a:t>
            </a:r>
          </a:p>
          <a:p>
            <a:pPr>
              <a:buNone/>
            </a:pPr>
            <a:r>
              <a:rPr lang="en-US" dirty="0"/>
              <a:t>                                           </a:t>
            </a:r>
            <a:r>
              <a:rPr lang="en-US" sz="5400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Queries????</a:t>
            </a:r>
          </a:p>
        </p:txBody>
      </p:sp>
      <p:pic>
        <p:nvPicPr>
          <p:cNvPr id="13314" name="Picture 2" descr="C:\Users\lenovo\Desktop\malware-problem-solution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381000"/>
            <a:ext cx="4953000" cy="3752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179</Words>
  <Application>Microsoft Office PowerPoint</Application>
  <PresentationFormat>On-screen Show (4:3)</PresentationFormat>
  <Paragraphs>73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AREAS OF INFORMATION ARCHITECTURE</vt:lpstr>
      <vt:lpstr>Architecture????</vt:lpstr>
      <vt:lpstr>Types of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Which solves and results in</vt:lpstr>
      <vt:lpstr>PowerPoint Presentation</vt:lpstr>
      <vt:lpstr>PowerPoint Presentation</vt:lpstr>
      <vt:lpstr>ENTERPRISE ARCHITECTURE</vt:lpstr>
      <vt:lpstr>PowerPoint Presentation</vt:lpstr>
      <vt:lpstr>SYSTEM ARCHITECTURE</vt:lpstr>
      <vt:lpstr>PowerPoint Presentation</vt:lpstr>
      <vt:lpstr>APPLICATION ARCHITECTURE</vt:lpstr>
      <vt:lpstr>PowerPoint Presentation</vt:lpstr>
      <vt:lpstr>PowerPoint Presentation</vt:lpstr>
    </vt:vector>
  </TitlesOfParts>
  <Company>Lenovo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AREAS OF INFORMATION ARCHITECTURE</dc:title>
  <dc:creator>lenovo</dc:creator>
  <cp:lastModifiedBy>DELL</cp:lastModifiedBy>
  <cp:revision>3</cp:revision>
  <dcterms:created xsi:type="dcterms:W3CDTF">2012-08-18T05:20:18Z</dcterms:created>
  <dcterms:modified xsi:type="dcterms:W3CDTF">2025-08-14T06:21:00Z</dcterms:modified>
</cp:coreProperties>
</file>