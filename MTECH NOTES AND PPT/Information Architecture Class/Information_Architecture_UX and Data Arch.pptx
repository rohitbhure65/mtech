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64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Information Architecture in UX Design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Information Architecture?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Organizing and structuring information on websites and apps.</a:t>
            </a:r>
          </a:p>
          <a:p>
            <a:r>
              <a:t>Acts like a blueprint for digital content.</a:t>
            </a:r>
          </a:p>
          <a:p>
            <a:r>
              <a:t>Ensures information is easy to find and navigate.</a:t>
            </a:r>
          </a:p>
          <a:p>
            <a:r>
              <a:t>Involves menus, navigation paths, and clear labeling.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Need for Information Architecture in 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Improves Navigation</a:t>
            </a:r>
          </a:p>
          <a:p>
            <a:r>
              <a:t>Enhances User Experience</a:t>
            </a:r>
          </a:p>
          <a:p>
            <a:r>
              <a:t>Saves Time</a:t>
            </a:r>
          </a:p>
          <a:p>
            <a:r>
              <a:t>Supports Better Decision-Making</a:t>
            </a:r>
          </a:p>
          <a:p>
            <a:r>
              <a:t>Consistency Across Platforms</a:t>
            </a:r>
          </a:p>
          <a:p>
            <a:r>
              <a:t>Facilitates Content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is IA Important in UX Design?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Organizes data in a user-friendly way.</a:t>
            </a:r>
          </a:p>
          <a:p>
            <a:r>
              <a:t>Provides consistency across the platform.</a:t>
            </a:r>
          </a:p>
          <a:p>
            <a:r>
              <a:t>Supports collaboration among teams.</a:t>
            </a:r>
          </a:p>
          <a:p>
            <a:r>
              <a:t>Helps content producers manage placement.</a:t>
            </a:r>
          </a:p>
          <a:p>
            <a:r>
              <a:t>Supports growth and scalability.</a:t>
            </a:r>
          </a:p>
          <a:p>
            <a:r>
              <a:t>Aligns with business goals &amp; user engagement.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Elements of Information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Navigation: How users move through content.</a:t>
            </a:r>
          </a:p>
          <a:p>
            <a:r>
              <a:t>Labels: Naming of content.</a:t>
            </a:r>
          </a:p>
          <a:p>
            <a:r>
              <a:t>Search: Finding info via keywords, categories.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How to Design Information Architecture?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/>
          </a:p>
          <a:p>
            <a:r>
              <a:t>Understand Business Goals</a:t>
            </a:r>
          </a:p>
          <a:p>
            <a:r>
              <a:t>Define User Goals</a:t>
            </a:r>
          </a:p>
          <a:p>
            <a:r>
              <a:t>Conduct Research</a:t>
            </a:r>
          </a:p>
          <a:p>
            <a:r>
              <a:t>Create Content</a:t>
            </a:r>
          </a:p>
          <a:p>
            <a:r>
              <a:t>Categorize Content</a:t>
            </a:r>
          </a:p>
          <a:p>
            <a:r>
              <a:t>Design User Navigation</a:t>
            </a:r>
          </a:p>
          <a:p>
            <a:r>
              <a:t>Verify Designs (Testing)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Steps to Design 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Gather user data &amp; answer basic questions.</a:t>
            </a:r>
          </a:p>
          <a:p>
            <a:r>
              <a:t>Write user stories.</a:t>
            </a:r>
          </a:p>
          <a:p>
            <a:r>
              <a:t>Add pages, scenarios &amp; metadata.</a:t>
            </a:r>
          </a:p>
          <a:p>
            <a:r>
              <a:t>Map user flow for decision paths.</a:t>
            </a:r>
          </a:p>
          <a:p>
            <a:r>
              <a:t>Gather feedback before finalizing.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Information Architecture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endParaRPr/>
          </a:p>
          <a:p>
            <a:r>
              <a:t>Objects – Treat content as living objects.</a:t>
            </a:r>
          </a:p>
          <a:p>
            <a:r>
              <a:t>Choices – Limit options, keep it simple.</a:t>
            </a:r>
          </a:p>
          <a:p>
            <a:r>
              <a:t>Disclosure – Show previews before going deeper.</a:t>
            </a:r>
          </a:p>
          <a:p>
            <a:r>
              <a:t>Examples – Provide clear content examples.</a:t>
            </a:r>
          </a:p>
          <a:p>
            <a:r>
              <a:t>Front Doors – Any page can be an entry point.</a:t>
            </a:r>
          </a:p>
          <a:p>
            <a:r>
              <a:t>Focused Navigation – Keep navigation simple.</a:t>
            </a:r>
          </a:p>
          <a:p>
            <a:r>
              <a:t>Growth – Allow flexibility for future expansion.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Information Architecture is crucial for UX design.</a:t>
            </a:r>
          </a:p>
          <a:p>
            <a:r>
              <a:t>Ensures content is properly organized &amp; meets user needs.</a:t>
            </a:r>
          </a:p>
          <a:p>
            <a:r>
              <a:t>Improves user satisfaction &amp; efficiency.</a:t>
            </a:r>
          </a:p>
          <a:p>
            <a:r>
              <a:t>No system can be designed effectively without IA.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51A97-68E7-BB9C-49FE-762F00FA3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31836"/>
            <a:ext cx="8229600" cy="68580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What is Data Architecture?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BC3EA-8E63-939B-90DF-F5F8448118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Defines how data is </a:t>
            </a:r>
            <a:r>
              <a:rPr lang="en-US" b="1" dirty="0"/>
              <a:t>gathered, stored, managed, and used</a:t>
            </a:r>
            <a:endParaRPr lang="en-US" dirty="0"/>
          </a:p>
          <a:p>
            <a:r>
              <a:rPr lang="en-US" dirty="0"/>
              <a:t>Provides </a:t>
            </a:r>
            <a:r>
              <a:rPr lang="en-US" b="1" dirty="0"/>
              <a:t>rules, policies, and standards</a:t>
            </a:r>
            <a:r>
              <a:rPr lang="en-US" dirty="0"/>
              <a:t> for data handling</a:t>
            </a:r>
          </a:p>
          <a:p>
            <a:r>
              <a:rPr lang="en-US" dirty="0"/>
              <a:t>Converts </a:t>
            </a:r>
            <a:r>
              <a:rPr lang="en-US" b="1" dirty="0"/>
              <a:t>business needs into data requirements</a:t>
            </a:r>
            <a:endParaRPr lang="en-US" dirty="0"/>
          </a:p>
          <a:p>
            <a:r>
              <a:rPr lang="en-US" dirty="0"/>
              <a:t>Ensures </a:t>
            </a:r>
            <a:r>
              <a:rPr lang="en-US" b="1" dirty="0"/>
              <a:t>data availability, quality, and usability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9329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0E6E5-0FB6-223E-338F-06DB236F80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60440"/>
            <a:ext cx="8229600" cy="5565724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Why Data Architecture Matters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dirty="0"/>
              <a:t>Supports </a:t>
            </a:r>
            <a:r>
              <a:rPr lang="en-US" b="1" dirty="0"/>
              <a:t>business decision-making</a:t>
            </a:r>
            <a:endParaRPr lang="en-US" dirty="0"/>
          </a:p>
          <a:p>
            <a:r>
              <a:rPr lang="en-US" dirty="0"/>
              <a:t>Provides a </a:t>
            </a:r>
            <a:r>
              <a:rPr lang="en-US" b="1" dirty="0"/>
              <a:t>framework for IT and data strategy</a:t>
            </a:r>
            <a:endParaRPr lang="en-US" dirty="0"/>
          </a:p>
          <a:p>
            <a:r>
              <a:rPr lang="en-US" dirty="0"/>
              <a:t>Ensures </a:t>
            </a:r>
            <a:r>
              <a:rPr lang="en-US" b="1" dirty="0"/>
              <a:t>data governance, security, and compliance</a:t>
            </a:r>
            <a:endParaRPr lang="en-US" dirty="0"/>
          </a:p>
          <a:p>
            <a:r>
              <a:rPr lang="en-US" dirty="0"/>
              <a:t>Critical in today’s </a:t>
            </a:r>
            <a:r>
              <a:rPr lang="en-US" b="1" dirty="0"/>
              <a:t>data-driven businesses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318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5DA37-A474-9D40-266C-38E18064FA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83226"/>
            <a:ext cx="8229600" cy="5142937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Components of Data Architecture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b="1" dirty="0"/>
              <a:t>Data Models</a:t>
            </a:r>
            <a:r>
              <a:rPr lang="en-US" dirty="0"/>
              <a:t> (Conceptual, Logical, Physical)</a:t>
            </a:r>
          </a:p>
          <a:p>
            <a:r>
              <a:rPr lang="en-US" b="1" dirty="0"/>
              <a:t>Data Governance</a:t>
            </a:r>
            <a:r>
              <a:rPr lang="en-US" dirty="0"/>
              <a:t> (quality, security, compliance)</a:t>
            </a:r>
          </a:p>
          <a:p>
            <a:r>
              <a:rPr lang="en-US" b="1" dirty="0"/>
              <a:t>Data Integration</a:t>
            </a:r>
            <a:r>
              <a:rPr lang="en-US" dirty="0"/>
              <a:t> (ETL, data warehousing)</a:t>
            </a:r>
          </a:p>
          <a:p>
            <a:r>
              <a:rPr lang="en-US" b="1" dirty="0"/>
              <a:t>Data Storage</a:t>
            </a:r>
            <a:r>
              <a:rPr lang="en-US" dirty="0"/>
              <a:t> (databases, data lakes, cloud)</a:t>
            </a:r>
          </a:p>
          <a:p>
            <a:r>
              <a:rPr lang="en-US" b="1" dirty="0"/>
              <a:t>Data Access &amp; Analytics</a:t>
            </a:r>
            <a:r>
              <a:rPr lang="en-US" dirty="0"/>
              <a:t> (BI tools, APIs, platforms)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13168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28653-B95E-A594-B6E7-B16FB6A0B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Principles of Data Architecture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53EC1AF-AE45-3EB7-ED50-5C3321F1297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34065" y="1847245"/>
            <a:ext cx="7752735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Simplicity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Scalability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Flexibility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Quality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Interoperability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Security &amp; Privacy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Accessibility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Maintainability</a:t>
            </a:r>
          </a:p>
        </p:txBody>
      </p:sp>
    </p:spTree>
    <p:extLst>
      <p:ext uri="{BB962C8B-B14F-4D97-AF65-F5344CB8AC3E}">
        <p14:creationId xmlns:p14="http://schemas.microsoft.com/office/powerpoint/2010/main" val="22581049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C0D2D-118E-2BEF-6622-1C93A0F5A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Models of Data Architecture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AF16D-0409-F497-BC90-C3E9F35C27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Conceptual Data Model (CDM):</a:t>
            </a:r>
            <a:r>
              <a:rPr lang="en-US" dirty="0"/>
              <a:t> High-level overview</a:t>
            </a:r>
          </a:p>
          <a:p>
            <a:r>
              <a:rPr lang="en-US" b="1" dirty="0"/>
              <a:t>Logical Data Model (LDM):</a:t>
            </a:r>
            <a:r>
              <a:rPr lang="en-US" dirty="0"/>
              <a:t> Detailed attributes &amp; relationships</a:t>
            </a:r>
          </a:p>
          <a:p>
            <a:r>
              <a:rPr lang="en-US" b="1" dirty="0"/>
              <a:t>Physical Data Model (PDM):</a:t>
            </a:r>
            <a:r>
              <a:rPr lang="en-US" dirty="0"/>
              <a:t> Actual implementation (tables, keys, indexes)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86898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0CF6E-E6FB-A2E1-64B6-61CE17D9C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607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Types of Data Architecture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6B8F90-C822-F824-BB4B-BA0A1876F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Centralized:</a:t>
            </a:r>
            <a:r>
              <a:rPr lang="en-US" dirty="0"/>
              <a:t> All data in one repository</a:t>
            </a:r>
          </a:p>
          <a:p>
            <a:r>
              <a:rPr lang="en-US" b="1" dirty="0"/>
              <a:t>Decentralized:</a:t>
            </a:r>
            <a:r>
              <a:rPr lang="en-US" dirty="0"/>
              <a:t> Distributed data management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Common Types</a:t>
            </a:r>
            <a:endParaRPr lang="en-US" dirty="0"/>
          </a:p>
          <a:p>
            <a:r>
              <a:rPr lang="en-US" dirty="0"/>
              <a:t>Cloud Architecture</a:t>
            </a:r>
          </a:p>
          <a:p>
            <a:r>
              <a:rPr lang="en-US" dirty="0"/>
              <a:t>Event-Driven Architecture (EDA)</a:t>
            </a:r>
          </a:p>
          <a:p>
            <a:r>
              <a:rPr lang="en-US" dirty="0"/>
              <a:t>Hybrid Architecture</a:t>
            </a:r>
          </a:p>
          <a:p>
            <a:r>
              <a:rPr lang="en-US" dirty="0"/>
              <a:t>Peer-to-Peer (P2P) Architecture</a:t>
            </a:r>
          </a:p>
          <a:p>
            <a:r>
              <a:rPr lang="en-US" dirty="0"/>
              <a:t>Data Fabric</a:t>
            </a:r>
          </a:p>
          <a:p>
            <a:r>
              <a:rPr lang="en-US" dirty="0"/>
              <a:t>Data Mesh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2229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7285F-9C8D-84DD-537E-F5FC8CE2A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Core Components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A543D-9370-4713-BE96-E4D1FBA774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Data Pipelines</a:t>
            </a:r>
            <a:r>
              <a:rPr lang="en-US" dirty="0"/>
              <a:t> – flow from source to destination</a:t>
            </a:r>
          </a:p>
          <a:p>
            <a:r>
              <a:rPr lang="en-US" b="1" dirty="0"/>
              <a:t>Cloud Storage</a:t>
            </a:r>
            <a:r>
              <a:rPr lang="en-US" dirty="0"/>
              <a:t> – scalable remote storage</a:t>
            </a:r>
          </a:p>
          <a:p>
            <a:r>
              <a:rPr lang="en-US" b="1" dirty="0"/>
              <a:t>AI/ML Models</a:t>
            </a:r>
            <a:r>
              <a:rPr lang="en-US" dirty="0"/>
              <a:t> – interpret and predict</a:t>
            </a:r>
          </a:p>
          <a:p>
            <a:r>
              <a:rPr lang="en-US" b="1" dirty="0"/>
              <a:t>APIs</a:t>
            </a:r>
            <a:r>
              <a:rPr lang="en-US" dirty="0"/>
              <a:t> – enable data sharing across systems</a:t>
            </a:r>
          </a:p>
          <a:p>
            <a:r>
              <a:rPr lang="en-US" b="1" dirty="0"/>
              <a:t>Data Streaming</a:t>
            </a:r>
            <a:r>
              <a:rPr lang="en-US" dirty="0"/>
              <a:t> – real-time insights</a:t>
            </a:r>
          </a:p>
          <a:p>
            <a:r>
              <a:rPr lang="en-US" b="1" dirty="0"/>
              <a:t>Kubernetes</a:t>
            </a:r>
            <a:r>
              <a:rPr lang="en-US" dirty="0"/>
              <a:t> – orchestration of workloads</a:t>
            </a:r>
          </a:p>
          <a:p>
            <a:r>
              <a:rPr lang="en-US" b="1" dirty="0"/>
              <a:t>Cloud Computing</a:t>
            </a:r>
            <a:r>
              <a:rPr lang="en-US" dirty="0"/>
              <a:t> – scalable infrastructure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9252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5C5D7-E9C7-771B-EA2D-B77B576CA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Popular Frameworks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7BB21-949B-299B-046D-9AA4A59E5B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Zachman Framework</a:t>
            </a:r>
            <a:r>
              <a:rPr lang="en-US" dirty="0"/>
              <a:t> – multi-view matrix</a:t>
            </a:r>
          </a:p>
          <a:p>
            <a:r>
              <a:rPr lang="en-US" b="1" dirty="0"/>
              <a:t>TOGAF</a:t>
            </a:r>
            <a:r>
              <a:rPr lang="en-US" dirty="0"/>
              <a:t> – aligning IT with business</a:t>
            </a:r>
          </a:p>
          <a:p>
            <a:r>
              <a:rPr lang="en-US" b="1" dirty="0"/>
              <a:t>DAMA-DMBOK</a:t>
            </a:r>
            <a:r>
              <a:rPr lang="en-US" dirty="0"/>
              <a:t> – best practices for data management</a:t>
            </a:r>
          </a:p>
          <a:p>
            <a:r>
              <a:rPr lang="en-US" b="1" dirty="0"/>
              <a:t>C-4 Model</a:t>
            </a:r>
            <a:r>
              <a:rPr lang="en-US" dirty="0"/>
              <a:t> – simple visualization of architecture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0478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A55A7-1066-2FCD-D5D3-840FA26BC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Benefits of Data Architecture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9EBDE-6712-13A5-8E3C-B1C340A23B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Improved Decision Making</a:t>
            </a:r>
          </a:p>
          <a:p>
            <a:r>
              <a:rPr lang="en-US" dirty="0"/>
              <a:t>Enhanced Data Quality</a:t>
            </a:r>
          </a:p>
          <a:p>
            <a:r>
              <a:rPr lang="en-US" dirty="0"/>
              <a:t>Increased Efficiency</a:t>
            </a:r>
          </a:p>
          <a:p>
            <a:r>
              <a:rPr lang="en-US" dirty="0"/>
              <a:t>Facilitated Innovation</a:t>
            </a:r>
          </a:p>
          <a:p>
            <a:r>
              <a:rPr lang="en-US" dirty="0"/>
              <a:t>Scalability for growth</a:t>
            </a:r>
          </a:p>
          <a:p>
            <a:r>
              <a:rPr lang="en-US" dirty="0"/>
              <a:t>Stronger Data Security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74079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A1301-93B6-00A7-BAE7-47E1A394E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Career Roles in Data Architecture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27CF1-BDC6-2554-620E-23CFAFC762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Data Architect</a:t>
            </a:r>
            <a:r>
              <a:rPr lang="en-US" dirty="0"/>
              <a:t> – strategy &amp; design</a:t>
            </a:r>
          </a:p>
          <a:p>
            <a:r>
              <a:rPr lang="en-US" b="1" dirty="0"/>
              <a:t>Database Administrator (DBA)</a:t>
            </a:r>
            <a:r>
              <a:rPr lang="en-US" dirty="0"/>
              <a:t> – stability &amp; security</a:t>
            </a:r>
          </a:p>
          <a:p>
            <a:r>
              <a:rPr lang="en-US" b="1" dirty="0"/>
              <a:t>Data Engineer</a:t>
            </a:r>
            <a:r>
              <a:rPr lang="en-US" dirty="0"/>
              <a:t> – pipelines &amp; integration</a:t>
            </a:r>
          </a:p>
          <a:p>
            <a:r>
              <a:rPr lang="en-US" b="1" dirty="0"/>
              <a:t>Data Steward</a:t>
            </a:r>
            <a:r>
              <a:rPr lang="en-US" dirty="0"/>
              <a:t> – governance &amp; standards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77858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E8279-30E3-CB0A-F237-5ABA3DD6D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Role in Data Management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5CD44-579F-FAA6-EBC7-A9F3F6B840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Defines </a:t>
            </a:r>
            <a:r>
              <a:rPr lang="en-US" b="1" dirty="0"/>
              <a:t>data governance standards</a:t>
            </a:r>
            <a:endParaRPr lang="en-US" dirty="0"/>
          </a:p>
          <a:p>
            <a:r>
              <a:rPr lang="en-US" dirty="0"/>
              <a:t>Guides </a:t>
            </a:r>
            <a:r>
              <a:rPr lang="en-US" b="1" dirty="0"/>
              <a:t>data modeling</a:t>
            </a:r>
            <a:endParaRPr lang="en-US" dirty="0"/>
          </a:p>
          <a:p>
            <a:r>
              <a:rPr lang="en-US" dirty="0"/>
              <a:t>Ensures </a:t>
            </a:r>
            <a:r>
              <a:rPr lang="en-US" b="1" dirty="0"/>
              <a:t>integration &amp; storage</a:t>
            </a:r>
            <a:endParaRPr lang="en-US" dirty="0"/>
          </a:p>
          <a:p>
            <a:r>
              <a:rPr lang="en-US" dirty="0"/>
              <a:t>Implements </a:t>
            </a:r>
            <a:r>
              <a:rPr lang="en-US" b="1" dirty="0"/>
              <a:t>security measures</a:t>
            </a:r>
            <a:endParaRPr lang="en-US" dirty="0"/>
          </a:p>
          <a:p>
            <a:r>
              <a:rPr lang="en-US" dirty="0"/>
              <a:t>Enables </a:t>
            </a:r>
            <a:r>
              <a:rPr lang="en-US" b="1" dirty="0"/>
              <a:t>data analytics &amp; insights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24099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8B63F-7693-33FA-BBE5-4EFB3A29D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A56A0-0C69-9FE7-74B1-AA00C0063E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Architecture is the </a:t>
            </a:r>
            <a:r>
              <a:rPr lang="en-US" b="1" dirty="0"/>
              <a:t>foundation of data-driven business</a:t>
            </a:r>
            <a:endParaRPr lang="en-US" dirty="0"/>
          </a:p>
          <a:p>
            <a:r>
              <a:rPr lang="en-US" dirty="0"/>
              <a:t>Enables </a:t>
            </a:r>
            <a:r>
              <a:rPr lang="en-US" b="1" dirty="0"/>
              <a:t>quality, secure, and accessible data</a:t>
            </a:r>
            <a:endParaRPr lang="en-US" dirty="0"/>
          </a:p>
          <a:p>
            <a:r>
              <a:rPr lang="en-US" dirty="0"/>
              <a:t>Drives </a:t>
            </a:r>
            <a:r>
              <a:rPr lang="en-US" b="1" dirty="0"/>
              <a:t>innovation, decision-making, and competitiveness</a:t>
            </a:r>
            <a:endParaRPr lang="en-US" dirty="0"/>
          </a:p>
          <a:p>
            <a:r>
              <a:rPr lang="en-US" dirty="0"/>
              <a:t>Essential for scaling in the </a:t>
            </a:r>
            <a:r>
              <a:rPr lang="en-US" b="1" dirty="0"/>
              <a:t>digital economy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1178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687</Words>
  <Application>Microsoft Office PowerPoint</Application>
  <PresentationFormat>On-screen Show (4:3)</PresentationFormat>
  <Paragraphs>137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Information Architecture in UX Design</vt:lpstr>
      <vt:lpstr>What is Information Architecture?</vt:lpstr>
      <vt:lpstr>Need for Information Architecture in UX</vt:lpstr>
      <vt:lpstr>Why is IA Important in UX Design?</vt:lpstr>
      <vt:lpstr>Elements of Information Architecture</vt:lpstr>
      <vt:lpstr>How to Design Information Architecture?</vt:lpstr>
      <vt:lpstr>Steps to Design IA</vt:lpstr>
      <vt:lpstr>Information Architecture Principles</vt:lpstr>
      <vt:lpstr>Conclusion</vt:lpstr>
      <vt:lpstr>What is Data Architecture? </vt:lpstr>
      <vt:lpstr>PowerPoint Presentation</vt:lpstr>
      <vt:lpstr>PowerPoint Presentation</vt:lpstr>
      <vt:lpstr>Principles of Data Architecture</vt:lpstr>
      <vt:lpstr>Models of Data Architecture </vt:lpstr>
      <vt:lpstr>Types of Data Architecture </vt:lpstr>
      <vt:lpstr>Core Components</vt:lpstr>
      <vt:lpstr>Popular Frameworks</vt:lpstr>
      <vt:lpstr>Benefits of Data Architecture</vt:lpstr>
      <vt:lpstr>Career Roles in Data Architecture</vt:lpstr>
      <vt:lpstr>Role in Data Management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DELL</cp:lastModifiedBy>
  <cp:revision>2</cp:revision>
  <dcterms:created xsi:type="dcterms:W3CDTF">2013-01-27T09:14:16Z</dcterms:created>
  <dcterms:modified xsi:type="dcterms:W3CDTF">2025-08-21T06:30:03Z</dcterms:modified>
  <cp:category/>
</cp:coreProperties>
</file>