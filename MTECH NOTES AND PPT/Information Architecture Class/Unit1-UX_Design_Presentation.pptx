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2D1B0B-254A-4DBD-6D6D-31399A67652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School of Computer Science &amp; IT, DAVV, Indore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E3A9BB-016B-BDD3-A298-7AE7CA97A9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F536C-80BD-4E4F-B792-2CCCA36A67E5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091C71-63A4-87A6-1647-A375597E6BB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Sunita Gaur, Assistant Professor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583831-C115-6FC0-84A6-5C39ECC92E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17A1-C78B-441A-807B-24964B81F4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520924"/>
      </p:ext>
    </p:extLst>
  </p:cSld>
  <p:clrMap bg1="lt1" tx1="dk1" bg2="lt2" tx2="dk2" accent1="accent1" accent2="accent2" accent3="accent3" accent4="accent4" accent5="accent5" accent6="accent6" hlink="hlink" folHlink="folHlink"/>
  <p:hf sldNum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School of Computer Science &amp; IT, DAVV, Indore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DCFEE-7D85-4D55-BFD8-F17234623114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Sunita Gaur, Assistant Professor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9E239-D571-4C72-8321-FD61CF39B9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207281"/>
      </p:ext>
    </p:extLst>
  </p:cSld>
  <p:clrMap bg1="lt1" tx1="dk1" bg2="lt2" tx2="dk2" accent1="accent1" accent2="accent2" accent3="accent3" accent4="accent4" accent5="accent5" accent6="accent6" hlink="hlink" folHlink="folHlink"/>
  <p:hf sldNum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5B4D1-2E49-4FC3-B04D-A4CC051EA27D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2550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A4216-2AA2-41CC-9ED6-7E93C3CC04BD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1296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0D8C-A08A-42D2-8B83-5EBEA19EC5D2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061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F24F1-6947-48CE-A5B7-E8E9195C55B2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508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A682F-7AFE-4FED-92DE-AF11DEDBEA3D}" type="datetime1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343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DE369-97D7-4D28-9D57-FF82A8B3ED4C}" type="datetime1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240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81715-6E30-4590-B3BC-E7BBC74A97C2}" type="datetime1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4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9125E-D36A-4163-9504-F764E9D2287D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51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6ED4346C-DB33-43A4-8B2B-7D9E5DAFD4E5}" type="datetime1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99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34FD8-A466-4DDD-942F-25FB57FE0B99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65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C12BC-FA80-48D7-9C1C-9A8690EA438F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14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468EB0-067D-4C5F-9019-DF8DF30E11BF}" type="datetime1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Sunita Gaur, Assistant Professor, SCSIT, DAVV, Indore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8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User Experience (UX)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Principles, Process, Issues, and Tools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6C8AD2A-BA97-61F2-1C92-9D5948F5C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Sunita Gaur, Assistant Professor, SCSIT, DAVV, Indore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UX design is about creating meaningful, user-friendly digital products.</a:t>
            </a:r>
          </a:p>
          <a:p>
            <a:r>
              <a:t>It focuses on improving interaction and overall experience.</a:t>
            </a:r>
          </a:p>
          <a:p>
            <a:r>
              <a:t>Principles, processes, and tools ensure delightful experiences.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16E4561-4BBC-C19D-84E4-72F7A6984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UX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User-</a:t>
            </a:r>
            <a:r>
              <a:rPr dirty="0" err="1"/>
              <a:t>centred</a:t>
            </a:r>
            <a:r>
              <a:rPr dirty="0"/>
              <a:t> design</a:t>
            </a:r>
          </a:p>
          <a:p>
            <a:pPr marL="0" indent="0">
              <a:buNone/>
            </a:pPr>
            <a:r>
              <a:rPr dirty="0"/>
              <a:t>2. Simplicity</a:t>
            </a:r>
          </a:p>
          <a:p>
            <a:pPr marL="0" indent="0">
              <a:buNone/>
            </a:pPr>
            <a:r>
              <a:rPr dirty="0"/>
              <a:t>3. Consistency</a:t>
            </a:r>
          </a:p>
          <a:p>
            <a:pPr marL="0" indent="0">
              <a:buNone/>
            </a:pPr>
            <a:r>
              <a:rPr dirty="0"/>
              <a:t>4. Accessibility</a:t>
            </a:r>
          </a:p>
          <a:p>
            <a:pPr marL="0" indent="0">
              <a:buNone/>
            </a:pPr>
            <a:r>
              <a:rPr dirty="0"/>
              <a:t>5. Hierarchy &amp; Information Architecture</a:t>
            </a:r>
          </a:p>
          <a:p>
            <a:pPr marL="0" indent="0">
              <a:buNone/>
            </a:pPr>
            <a:r>
              <a:rPr dirty="0"/>
              <a:t>6. Feedback &amp; Responsiveness</a:t>
            </a:r>
          </a:p>
          <a:p>
            <a:pPr marL="0" indent="0">
              <a:buNone/>
            </a:pPr>
            <a:r>
              <a:rPr dirty="0"/>
              <a:t>7. Visual Appeal</a:t>
            </a:r>
          </a:p>
          <a:p>
            <a:pPr marL="0" indent="0">
              <a:buNone/>
            </a:pPr>
            <a:r>
              <a:rPr dirty="0"/>
              <a:t>8. Continuous Improvement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800B425-6E48-6D9C-977F-1B8BFD4D6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Issues in UX/UI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Poor Usability</a:t>
            </a:r>
          </a:p>
          <a:p>
            <a:pPr marL="0" indent="0">
              <a:buNone/>
            </a:pPr>
            <a:r>
              <a:rPr dirty="0"/>
              <a:t>• Lack of Consistency</a:t>
            </a:r>
          </a:p>
          <a:p>
            <a:pPr marL="0" indent="0">
              <a:buNone/>
            </a:pPr>
            <a:r>
              <a:rPr dirty="0"/>
              <a:t>• Accessibility Barriers</a:t>
            </a:r>
          </a:p>
          <a:p>
            <a:pPr marL="0" indent="0">
              <a:buNone/>
            </a:pPr>
            <a:r>
              <a:rPr dirty="0"/>
              <a:t>• Information Overload</a:t>
            </a:r>
          </a:p>
          <a:p>
            <a:pPr marL="0" indent="0">
              <a:buNone/>
            </a:pPr>
            <a:r>
              <a:rPr dirty="0"/>
              <a:t>• Lack of Functionality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47F2609-0F15-F4A5-5976-09F41ADC1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UX Design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1. Research</a:t>
            </a:r>
          </a:p>
          <a:p>
            <a:pPr marL="0" indent="0">
              <a:buNone/>
            </a:pPr>
            <a:r>
              <a:rPr dirty="0"/>
              <a:t>2. User Personas</a:t>
            </a:r>
          </a:p>
          <a:p>
            <a:pPr marL="0" indent="0">
              <a:buNone/>
            </a:pPr>
            <a:r>
              <a:rPr dirty="0"/>
              <a:t>3. Information Architecture</a:t>
            </a:r>
          </a:p>
          <a:p>
            <a:pPr marL="0" indent="0">
              <a:buNone/>
            </a:pPr>
            <a:r>
              <a:rPr dirty="0"/>
              <a:t>4. Interaction Design</a:t>
            </a:r>
          </a:p>
          <a:p>
            <a:pPr marL="0" indent="0">
              <a:buNone/>
            </a:pPr>
            <a:r>
              <a:rPr dirty="0"/>
              <a:t>5. Visual Design</a:t>
            </a:r>
          </a:p>
          <a:p>
            <a:pPr marL="0" indent="0">
              <a:buNone/>
            </a:pPr>
            <a:r>
              <a:rPr dirty="0"/>
              <a:t>6. Prototyping &amp; Testing</a:t>
            </a:r>
          </a:p>
          <a:p>
            <a:pPr marL="0" indent="0">
              <a:buNone/>
            </a:pPr>
            <a:r>
              <a:rPr dirty="0"/>
              <a:t>7. Development &amp; Implementation</a:t>
            </a:r>
          </a:p>
          <a:p>
            <a:pPr marL="0" indent="0">
              <a:buNone/>
            </a:pPr>
            <a:r>
              <a:rPr dirty="0"/>
              <a:t>8. Evaluation &amp; Iteration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0ABA09E-D9C4-8018-4B94-32FA68D20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Popular UX Design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Figma, Sketch, Adobe XD, InVision</a:t>
            </a:r>
          </a:p>
          <a:p>
            <a:pPr marL="0" indent="0">
              <a:buNone/>
            </a:pPr>
            <a:r>
              <a:rPr dirty="0"/>
              <a:t>• Axure RP, Balsamiq, Marvel</a:t>
            </a:r>
          </a:p>
          <a:p>
            <a:pPr marL="0" indent="0">
              <a:buNone/>
            </a:pPr>
            <a:r>
              <a:rPr dirty="0"/>
              <a:t>• Adobe Creative Cloud, Principle, Zeplin</a:t>
            </a:r>
          </a:p>
          <a:p>
            <a:pPr marL="0" indent="0">
              <a:buNone/>
            </a:pPr>
            <a:r>
              <a:rPr dirty="0"/>
              <a:t>• Abstract, Miro, </a:t>
            </a:r>
            <a:r>
              <a:rPr dirty="0" err="1"/>
              <a:t>UsabilityHub</a:t>
            </a:r>
            <a:endParaRPr dirty="0"/>
          </a:p>
          <a:p>
            <a:pPr marL="0" indent="0">
              <a:buNone/>
            </a:pPr>
            <a:r>
              <a:rPr dirty="0"/>
              <a:t>• Hotjar, Optimizely, Crazy Egg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UserTesting</a:t>
            </a:r>
            <a:r>
              <a:rPr dirty="0"/>
              <a:t>, </a:t>
            </a:r>
            <a:r>
              <a:rPr dirty="0" err="1"/>
              <a:t>UserZoom</a:t>
            </a:r>
            <a:r>
              <a:rPr dirty="0"/>
              <a:t>, Proto.io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FF74598-80A1-D865-082F-32EAE4A75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UX design ensures products are user-friendly, accessible, and engaging.</a:t>
            </a:r>
          </a:p>
          <a:p>
            <a:r>
              <a:t>Principles + Processes + Tools = Delightful Experiences.</a:t>
            </a:r>
          </a:p>
          <a:p>
            <a:r>
              <a:t>Future of UX: AI, AR/VR, Voice Interfaces, Inclusive Design.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274A308-7981-DF93-4D23-F05E20F69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Sunita Gaur, Assistant Professor, SCSIT, DAVV, Indore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32</TotalTime>
  <Words>305</Words>
  <Application>Microsoft Office PowerPoint</Application>
  <PresentationFormat>On-screen Show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Gill Sans MT</vt:lpstr>
      <vt:lpstr>Gallery</vt:lpstr>
      <vt:lpstr>User Experience (UX) Design</vt:lpstr>
      <vt:lpstr>Introduction</vt:lpstr>
      <vt:lpstr>UX Design Principles</vt:lpstr>
      <vt:lpstr>Design Issues in UX/UI</vt:lpstr>
      <vt:lpstr>The UX Design Process</vt:lpstr>
      <vt:lpstr>Popular UX Design Tools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DELL</cp:lastModifiedBy>
  <cp:revision>2</cp:revision>
  <dcterms:created xsi:type="dcterms:W3CDTF">2013-01-27T09:14:16Z</dcterms:created>
  <dcterms:modified xsi:type="dcterms:W3CDTF">2025-08-28T09:16:10Z</dcterms:modified>
  <cp:category/>
</cp:coreProperties>
</file>