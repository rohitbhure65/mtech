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342" r:id="rId5"/>
    <p:sldId id="343" r:id="rId6"/>
    <p:sldId id="262" r:id="rId7"/>
    <p:sldId id="265" r:id="rId8"/>
    <p:sldId id="344" r:id="rId9"/>
    <p:sldId id="345" r:id="rId10"/>
    <p:sldId id="349" r:id="rId11"/>
    <p:sldId id="346" r:id="rId12"/>
    <p:sldId id="347" r:id="rId13"/>
    <p:sldId id="348" r:id="rId14"/>
    <p:sldId id="350" r:id="rId15"/>
    <p:sldId id="351" r:id="rId16"/>
    <p:sldId id="352" r:id="rId17"/>
    <p:sldId id="353" r:id="rId18"/>
    <p:sldId id="354" r:id="rId19"/>
    <p:sldId id="35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C36B1-AED0-46E2-BB7E-EF90EC6C87C8}" type="datetimeFigureOut">
              <a:rPr lang="en-IN" smtClean="0"/>
              <a:pPr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12C2E-CED9-49F9-A7E4-2888F79EBCF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33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2646F-E4C3-4DA8-B6C3-3E24537E66AB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FA3B-EBA6-482F-9755-84DBE1BBED2D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AF05-086B-4D50-A328-420B1D6C7A52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E2F46-653E-4E1A-8F94-AEE848E0C5AD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A827F-B3B7-41FC-97F7-E6841313F1B0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6E4BB-DF45-4C4B-A690-8E3AB6F7F158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16D6-A258-4BDA-8FE3-80E9B0E6620E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3B59-477D-4903-9988-64E577DC5B35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CE29-F191-4779-8465-2DBD0635CE46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43912-25C3-4CB7-BCBB-D4B5CF96C1FC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423E-7B7B-481F-8B4D-876E7B01EEBA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3CE57-D75A-46AD-8251-E58D3B07F86F}" type="datetime1">
              <a:rPr lang="en-IN" smtClean="0"/>
              <a:pPr/>
              <a:t>17-11-2025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031B5-7B6D-4615-8667-E23831056D90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2636912"/>
            <a:ext cx="8143932" cy="3001888"/>
          </a:xfrm>
        </p:spPr>
        <p:txBody>
          <a:bodyPr>
            <a:normAutofit/>
          </a:bodyPr>
          <a:lstStyle/>
          <a:p>
            <a:endParaRPr lang="en-US" sz="3600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Computer-Aided Software Engineering</a:t>
            </a:r>
          </a:p>
          <a:p>
            <a:r>
              <a:rPr lang="en-US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(CASE) </a:t>
            </a:r>
            <a:endParaRPr lang="en-IN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Software development is complex process, which includes various activities, tools, methodology, and technology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development of faster, better and cheaper product has been a challenging issue for practitioners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Automated tools can help to fulfil such needs of stakeholders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Computer-aided software engineering (CASE)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is a tool support to automate the SDLC activities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Computer-Aided Software Engineering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(CASE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CASE is a tools support for software development, project management, and maintenance activities.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is the integration of automated software-based modelling tools into the software development process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It is software tools for enterprise support consisting of project management, systems development, documentation and maintenance.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tools are well tested which assist to produce desired results and uncover flaws at any stage of development.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Computer-Aided Software Engineering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(CASE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IN" sz="3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CASE tools support various developing methodologies such as structured, process life cycle, object-oriented, rapid applications development, prototyping and joint applications development.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These tools include integrated development environments, data dictionaries, and tools for visualization and comprehension of existing </a:t>
            </a:r>
            <a:r>
              <a:rPr lang="en-IN" sz="2400" dirty="0" err="1" smtClean="0">
                <a:latin typeface="Times New Roman" pitchFamily="18" charset="0"/>
                <a:cs typeface="Times New Roman" pitchFamily="18" charset="0"/>
              </a:rPr>
              <a:t>artifacts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A wide variety of CASE tools exist to support different software development environments in an organization[1].</a:t>
            </a:r>
          </a:p>
          <a:p>
            <a:pPr algn="just"/>
            <a:endParaRPr lang="en-IN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Scope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Case tools are broadly used in the following areas to speed up the development process in effective way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Requirement engineering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Software design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Model generation (data model, data flow diagram etc.)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Process description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User interface design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Code generation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Test case generation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Document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Scope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Reverse engineering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Configuration management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Version change control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Project management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Screen and report generation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Project planning, etc.</a:t>
            </a:r>
          </a:p>
          <a:p>
            <a:pPr lvl="1" algn="just">
              <a:buFont typeface="Wingdings" pitchFamily="2" charset="2"/>
              <a:buChar char="Ø"/>
            </a:pPr>
            <a:endParaRPr lang="en-IN" sz="20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endParaRPr lang="en-IN" sz="20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endParaRPr lang="en-IN" sz="20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endParaRPr lang="en-IN" sz="20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endParaRPr lang="en-IN" sz="2000" i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Classification of CASE Technology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initial classification was done on the basis of programming language, structure-centered based on the concept of environment generation, toolkit environments and methods for developing software systems. </a:t>
            </a:r>
          </a:p>
          <a:p>
            <a:pPr algn="just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The most common classification is based on a framework, which has three parts[2]: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Supports specific tasks in systems development such as, editing, programming and so on.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Workbenches: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Supports one or more activities of software life cycle that support a large part of the software process such as, business planning, GUI Development etc.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Environment</a:t>
            </a:r>
            <a:r>
              <a:rPr lang="en-US" sz="2400" i="1" dirty="0" smtClean="0"/>
              <a:t>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Toolkits, which are integrated collections of products, language-centered, integrated, fourth generation environments or process-centered environments.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Tools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CASE tools are generally classified into the three categories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Upper CASE Tools: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Support the development activities at the early stages of software development process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e.g. report and form generators, modeling tools.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Lower CASE Tools: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Deal with the implementation and integration tasks in software development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e.g.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database schema generation, program generation.</a:t>
            </a:r>
          </a:p>
          <a:p>
            <a:pPr lvl="1" algn="just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Integrated CASE Tools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Support both early and later stages of software development. e.g. repository.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Workbenches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CASE workbench is a set of tools that supports particular phase in software process by integrating several tools in a single application. </a:t>
            </a:r>
          </a:p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CASE workbenches are generally classified into the two classes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Open Workbenches: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Control integration mechanisms are devised and the data integration protocols are open to all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Closed Workbenches: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The control and data integration protocols are proprietary.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Environments</a:t>
            </a:r>
            <a:endParaRPr lang="en-IN" sz="3200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928670"/>
            <a:ext cx="7572428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Environments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Software development life cycle activities can be assisted by the use of software tools.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Some of the widely used CASE tools are as follows: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Central repository: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It is a collection of stored data merged into one so that it may be shared, analyzed or updated throughout development.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Project management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to design project schedule, activity plan, etc.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/>
              <a:t>Database management tools:</a:t>
            </a:r>
            <a:r>
              <a:rPr lang="en-US" sz="2400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database for relational and object-oriented database management system is designed to provide support for the CASE repository.</a:t>
            </a:r>
          </a:p>
          <a:p>
            <a:pPr lvl="1" algn="just"/>
            <a:r>
              <a:rPr lang="en-US" sz="2400" i="1" dirty="0" smtClean="0"/>
              <a:t>Analysis and design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Helps to produce analysis and design models of the system to be built.</a:t>
            </a:r>
          </a:p>
          <a:p>
            <a:pPr lvl="1" algn="just"/>
            <a:r>
              <a:rPr lang="en-US" sz="2400" i="1" dirty="0" smtClean="0"/>
              <a:t>Programming tools:</a:t>
            </a:r>
            <a:r>
              <a:rPr lang="en-US" sz="2400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Compilers, editors, debuggers, programming environments, fourth generation languages.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Environments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Integration and testing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for data preparation, static and dynamic  measurements,  simulation, and test planning.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Project planning tools: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Useful for cost and effort estimation and project scheduling activities. 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Prototyping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Helps to design screen layouts, data design, and report generation.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Reengineering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Used during system migration from an old platform to a new platform.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System software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Assist to work in desktop and network systems. </a:t>
            </a: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Documentation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Useful to produce documentation of the work products that pave the software development process.  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Environments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Software configuration management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Assist configuration management activities such as configuration identification, version control, change control, auditing, status accounting, etc.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Quality assurance tools: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Auditing tools used to determine compliance with language standards or to ensure the quality of software being built.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Report generation tools: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These tools are u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sed to create, modify and test prototypes of computer displays and reports.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IN" sz="2400" i="1" dirty="0" smtClean="0">
                <a:latin typeface="Times New Roman" pitchFamily="18" charset="0"/>
                <a:cs typeface="Times New Roman" pitchFamily="18" charset="0"/>
              </a:rPr>
              <a:t>Web development tools: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Helps to generate scripts, forms, graphics, applets, texts and various other elements for web designs.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Characteristics of 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Tools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Characteristics of an efficient CASE tool are as follows[1][2]:</a:t>
            </a:r>
            <a:r>
              <a:rPr lang="en-US" sz="2000" dirty="0" smtClean="0"/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Flexibility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Integration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Validation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Collaboration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Repository interface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Testing software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Reverse engineering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Help system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Advantages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Tools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CASE tools are beneficial to achieve the following benefits[3]:</a:t>
            </a:r>
            <a:r>
              <a:rPr lang="en-US" sz="2400" b="1" dirty="0" smtClean="0"/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Helpful in automating manual activities.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Provide single design methodology.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Saves development cost of all development phases.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Improve the overall quality of the product.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Highly useful in software maintenance.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Effective requirement and configuration management.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Increase the productivity of the software development process.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Save manual documentation of huge documents.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Promotes software reuse and software standardization.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Modeling tools are helpful in designing the prototypes of software.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Helps in improving the testing process.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Limitations </a:t>
            </a:r>
            <a:r>
              <a:rPr lang="en-US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Tools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CASE tools have following some common disadvantages</a:t>
            </a:r>
            <a:r>
              <a:rPr lang="en-US" sz="2400" b="1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b="1" dirty="0" smtClean="0"/>
              <a:t>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Needs a lot of study and learning before using it.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It incurs purchase and training costs. 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A very limited documentation facility in CASE tools. 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Needs regular updating with changing requirements and technology. 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Use of CASE features in appropriate places in designing a new system otherwise results into bad design.  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CASE Support in SDLC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Supports in automating the various activities of software development process, project management, maintenance and reengineering activities.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CASE tools that support the software development life cycle, are as below: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Project planning and management</a:t>
            </a: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Prototyping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Analysis and design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Coding 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Testing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Maintenance and reengineering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Ø"/>
            </a:pPr>
            <a:r>
              <a:rPr lang="en-US" sz="2500" i="1" dirty="0" smtClean="0">
                <a:latin typeface="Times New Roman" pitchFamily="18" charset="0"/>
                <a:cs typeface="Times New Roman" pitchFamily="18" charset="0"/>
              </a:rPr>
              <a:t>Documentation</a:t>
            </a:r>
            <a:endParaRPr lang="en-IN" sz="2500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Second generation CASE tools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First Generation :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Mainly includes the prototyping tools, graphical design tools and code generators.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Limited to support for database technology and effective access mechanism.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Lacking to bridge the gap between design and application generation.</a:t>
            </a:r>
          </a:p>
          <a:p>
            <a:pPr algn="just">
              <a:buFont typeface="Wingdings" pitchFamily="2" charset="2"/>
              <a:buChar char="Ø"/>
            </a:pPr>
            <a:r>
              <a:rPr lang="en-IN" sz="3600" dirty="0" smtClean="0">
                <a:latin typeface="Times New Roman" pitchFamily="18" charset="0"/>
                <a:cs typeface="Times New Roman" pitchFamily="18" charset="0"/>
              </a:rPr>
              <a:t>Second Generation: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More effectively used in software development.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Support for diagramming such as structure chart, data flow diagrams, state charts, data modeling etc.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Cover the life cycle automation and application generation.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Supports the adequate documentation and data dictionary.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Supports customization facility. The user can define new types of objects and connections.</a:t>
            </a: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US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Architecture of a CASE Environment</a:t>
            </a:r>
            <a:endParaRPr lang="en-IN" sz="32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031B5-7B6D-4615-8667-E23831056D90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71612"/>
            <a:ext cx="671517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928794" y="5786454"/>
            <a:ext cx="55007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Figure 14.2: Architecture of CASE environment</a:t>
            </a: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1193</Words>
  <Application>Microsoft Office PowerPoint</Application>
  <PresentationFormat>On-screen Show (4:3)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Computer-Aided Software Engineering (CASE)</vt:lpstr>
      <vt:lpstr>Computer-Aided Software Engineering (CASE)</vt:lpstr>
      <vt:lpstr>CASE Scope</vt:lpstr>
      <vt:lpstr>CASE Scope</vt:lpstr>
      <vt:lpstr>Classification of CASE Technology</vt:lpstr>
      <vt:lpstr>CASE Tools</vt:lpstr>
      <vt:lpstr>CASE Workbenches</vt:lpstr>
      <vt:lpstr>CASE Environments</vt:lpstr>
      <vt:lpstr>CASE Environments</vt:lpstr>
      <vt:lpstr>CASE Environments</vt:lpstr>
      <vt:lpstr>CASE Environments</vt:lpstr>
      <vt:lpstr>Characteristics of CASE Tools</vt:lpstr>
      <vt:lpstr>Advantages of CASE Tools</vt:lpstr>
      <vt:lpstr>Limitations of CASE Tools</vt:lpstr>
      <vt:lpstr>CASE Support in SDLC</vt:lpstr>
      <vt:lpstr>Second generation CASE tools</vt:lpstr>
      <vt:lpstr>Architecture of a CASE Environment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- 10</dc:title>
  <dc:creator>maya</dc:creator>
  <cp:lastModifiedBy>Head SCSIT</cp:lastModifiedBy>
  <cp:revision>314</cp:revision>
  <dcterms:created xsi:type="dcterms:W3CDTF">2013-08-05T06:01:13Z</dcterms:created>
  <dcterms:modified xsi:type="dcterms:W3CDTF">2025-11-17T08:42:22Z</dcterms:modified>
</cp:coreProperties>
</file>