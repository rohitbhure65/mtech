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731000" cy="10058400"/>
  <p:notesSz cx="6731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274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825" y="3118104"/>
            <a:ext cx="572135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09650" y="5632704"/>
            <a:ext cx="471170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36550" y="2313432"/>
            <a:ext cx="2927985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466465" y="2313432"/>
            <a:ext cx="2927985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550" y="402336"/>
            <a:ext cx="605790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6550" y="2313432"/>
            <a:ext cx="605790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88540" y="9354312"/>
            <a:ext cx="215392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36550" y="9354312"/>
            <a:ext cx="154813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846320" y="9354312"/>
            <a:ext cx="1548130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72973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897"/>
            <a:ext cx="6705600" cy="10010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2026-02-26T06:47:02Z</dcterms:created>
  <dcterms:modified xsi:type="dcterms:W3CDTF">2026-02-26T06:49:21Z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Adobe Scan for Android 26.02.04-google-dynamic</vt:lpwstr>
  </property>
  <property fmtid="{D5CDD505-2E9C-101B-9397-08002B2CF9AE}" pid="4" name="LastSaved">
    <vt:filetime>2026-02-26T00:00:00Z</vt:filetime>
  </property>
  <property fmtid="{D5CDD505-2E9C-101B-9397-08002B2CF9AE}" pid="5" name="Producer">
    <vt:lpwstr>Adobe Acrobat DC Paper Capture Plug-in</vt:lpwstr>
  </property>
</Properties>
</file>