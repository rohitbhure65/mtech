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</p:sldIdLst>
  <p:sldSz cx="7112000" cy="10058400"/>
  <p:notesSz cx="71120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3400" y="3118104"/>
            <a:ext cx="604520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66800" y="5632704"/>
            <a:ext cx="497840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55600" y="2313432"/>
            <a:ext cx="309372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662680" y="2313432"/>
            <a:ext cx="309372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600" y="402336"/>
            <a:ext cx="640080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5600" y="2313432"/>
            <a:ext cx="640080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418080" y="9354312"/>
            <a:ext cx="2275840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55600" y="9354312"/>
            <a:ext cx="1635760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120640" y="9354312"/>
            <a:ext cx="1635760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106919" cy="1005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639157" cy="1005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2026-02-24T10:42:35Z</dcterms:created>
  <dcterms:modified xsi:type="dcterms:W3CDTF">2026-02-24T10:42:35Z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2026-02-24T00:00:00Z</vt:filetime>
  </property>
  <property fmtid="{D5CDD505-2E9C-101B-9397-08002B2CF9AE}" pid="3" name="Creator">
    <vt:lpwstr>Adobe Scan for Android 26.02.04-google-dynamic</vt:lpwstr>
  </property>
  <property fmtid="{D5CDD505-2E9C-101B-9397-08002B2CF9AE}" pid="4" name="LastSaved">
    <vt:filetime>2026-02-24T00:00:00Z</vt:filetime>
  </property>
  <property fmtid="{D5CDD505-2E9C-101B-9397-08002B2CF9AE}" pid="5" name="Producer">
    <vt:lpwstr>Adobe Acrobat DC Paper Capture Plug-in</vt:lpwstr>
  </property>
</Properties>
</file>